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B12177-FC40-484B-AB33-F1814068B734}" v="2" dt="2026-06-12T12:25:17.5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CK S" userId="d08acf7aad9ae3e7" providerId="LiveId" clId="{960CE772-A919-42BB-B9F7-7954B6FCA132}"/>
    <pc:docChg chg="addSld delSld modSld">
      <pc:chgData name="KARTHICK S" userId="d08acf7aad9ae3e7" providerId="LiveId" clId="{960CE772-A919-42BB-B9F7-7954B6FCA132}" dt="2026-06-12T12:25:17.561" v="220"/>
      <pc:docMkLst>
        <pc:docMk/>
      </pc:docMkLst>
      <pc:sldChg chg="modSp mod">
        <pc:chgData name="KARTHICK S" userId="d08acf7aad9ae3e7" providerId="LiveId" clId="{960CE772-A919-42BB-B9F7-7954B6FCA132}" dt="2026-06-10T14:02:56.268" v="133" actId="20577"/>
        <pc:sldMkLst>
          <pc:docMk/>
          <pc:sldMk cId="0" sldId="256"/>
        </pc:sldMkLst>
        <pc:spChg chg="mod">
          <ac:chgData name="KARTHICK S" userId="d08acf7aad9ae3e7" providerId="LiveId" clId="{960CE772-A919-42BB-B9F7-7954B6FCA132}" dt="2026-06-10T14:02:44.197" v="132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KARTHICK S" userId="d08acf7aad9ae3e7" providerId="LiveId" clId="{960CE772-A919-42BB-B9F7-7954B6FCA132}" dt="2026-06-10T13:57:34.442" v="25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KARTHICK S" userId="d08acf7aad9ae3e7" providerId="LiveId" clId="{960CE772-A919-42BB-B9F7-7954B6FCA132}" dt="2026-06-10T13:58:16.545" v="70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KARTHICK S" userId="d08acf7aad9ae3e7" providerId="LiveId" clId="{960CE772-A919-42BB-B9F7-7954B6FCA132}" dt="2026-06-10T14:01:18.779" v="110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KARTHICK S" userId="d08acf7aad9ae3e7" providerId="LiveId" clId="{960CE772-A919-42BB-B9F7-7954B6FCA132}" dt="2026-06-10T14:02:56.268" v="133" actId="20577"/>
          <ac:spMkLst>
            <pc:docMk/>
            <pc:sldMk cId="0" sldId="256"/>
            <ac:spMk id="16" creationId="{00000000-0000-0000-0000-000000000000}"/>
          </ac:spMkLst>
        </pc:spChg>
        <pc:spChg chg="mod">
          <ac:chgData name="KARTHICK S" userId="d08acf7aad9ae3e7" providerId="LiveId" clId="{960CE772-A919-42BB-B9F7-7954B6FCA132}" dt="2026-06-10T14:02:12.928" v="126" actId="20577"/>
          <ac:spMkLst>
            <pc:docMk/>
            <pc:sldMk cId="0" sldId="256"/>
            <ac:spMk id="17" creationId="{00000000-0000-0000-0000-000000000000}"/>
          </ac:spMkLst>
        </pc:spChg>
      </pc:sldChg>
      <pc:sldChg chg="modSp mod">
        <pc:chgData name="KARTHICK S" userId="d08acf7aad9ae3e7" providerId="LiveId" clId="{960CE772-A919-42BB-B9F7-7954B6FCA132}" dt="2026-06-10T14:06:33.509" v="218" actId="14100"/>
        <pc:sldMkLst>
          <pc:docMk/>
          <pc:sldMk cId="0" sldId="270"/>
        </pc:sldMkLst>
        <pc:spChg chg="mod">
          <ac:chgData name="KARTHICK S" userId="d08acf7aad9ae3e7" providerId="LiveId" clId="{960CE772-A919-42BB-B9F7-7954B6FCA132}" dt="2026-06-10T14:04:13.843" v="152" actId="20577"/>
          <ac:spMkLst>
            <pc:docMk/>
            <pc:sldMk cId="0" sldId="270"/>
            <ac:spMk id="6" creationId="{00000000-0000-0000-0000-000000000000}"/>
          </ac:spMkLst>
        </pc:spChg>
        <pc:spChg chg="mod">
          <ac:chgData name="KARTHICK S" userId="d08acf7aad9ae3e7" providerId="LiveId" clId="{960CE772-A919-42BB-B9F7-7954B6FCA132}" dt="2026-06-10T14:04:27.496" v="153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KARTHICK S" userId="d08acf7aad9ae3e7" providerId="LiveId" clId="{960CE772-A919-42BB-B9F7-7954B6FCA132}" dt="2026-06-10T14:06:33.509" v="218" actId="14100"/>
          <ac:spMkLst>
            <pc:docMk/>
            <pc:sldMk cId="0" sldId="270"/>
            <ac:spMk id="8" creationId="{00000000-0000-0000-0000-000000000000}"/>
          </ac:spMkLst>
        </pc:spChg>
        <pc:spChg chg="mod">
          <ac:chgData name="KARTHICK S" userId="d08acf7aad9ae3e7" providerId="LiveId" clId="{960CE772-A919-42BB-B9F7-7954B6FCA132}" dt="2026-06-10T14:06:15.979" v="217" actId="20577"/>
          <ac:spMkLst>
            <pc:docMk/>
            <pc:sldMk cId="0" sldId="270"/>
            <ac:spMk id="9" creationId="{00000000-0000-0000-0000-000000000000}"/>
          </ac:spMkLst>
        </pc:spChg>
      </pc:sldChg>
      <pc:sldChg chg="add del setBg">
        <pc:chgData name="KARTHICK S" userId="d08acf7aad9ae3e7" providerId="LiveId" clId="{960CE772-A919-42BB-B9F7-7954B6FCA132}" dt="2026-06-12T12:25:17.561" v="220"/>
        <pc:sldMkLst>
          <pc:docMk/>
          <pc:sldMk cId="3602792880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186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54864" cy="42062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640080"/>
            <a:ext cx="146304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486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13258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System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640080" y="2240280"/>
            <a:ext cx="5029200" cy="36576"/>
          </a:xfrm>
          <a:prstGeom prst="rect">
            <a:avLst/>
          </a:prstGeom>
          <a:solidFill>
            <a:srgbClr val="A8C0E0"/>
          </a:solidFill>
          <a:ln w="12700">
            <a:solidFill>
              <a:srgbClr val="A8C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8046720" cy="1741932"/>
          </a:xfrm>
          <a:prstGeom prst="rect">
            <a:avLst/>
          </a:prstGeom>
          <a:solidFill>
            <a:srgbClr val="243B55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7"/>
          <p:cNvSpPr/>
          <p:nvPr/>
        </p:nvSpPr>
        <p:spPr>
          <a:xfrm>
            <a:off x="822960" y="2578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17520" y="25786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KARTHICK 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30540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017520" y="305409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AI&amp;DS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35295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017520" y="352958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VSB ENGINEERING COLLEGE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4005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017520" y="400507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 Verification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3716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685800"/>
            <a:ext cx="164592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417320"/>
            <a:ext cx="6400800" cy="1417320"/>
          </a:xfrm>
          <a:prstGeom prst="rect">
            <a:avLst/>
          </a:prstGeom>
          <a:solidFill>
            <a:srgbClr val="243B55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48640" y="150876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Digital Certificate Verification System?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 Verification System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automated online platform that allows institutions to issue, manage, and validate academic or professional certificates securely using unique IDs, QR codes, and encrypted databases.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2971800"/>
            <a:ext cx="40690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13639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87552" y="30266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Forgery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87552" y="3291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fake certificate submissions with cryptographic validation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17720" y="2971800"/>
            <a:ext cx="40690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313639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39512" y="30266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Validation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239512" y="3291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verification replaces slow, error-prone manual checks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5760" y="3867912"/>
            <a:ext cx="40690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032504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7552" y="39227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Integrity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987552" y="41879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credibility of educational achievements across institutions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617720" y="3867912"/>
            <a:ext cx="40690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4032504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39512" y="39227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Efficient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239512" y="41879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thousands of verifications simultaneously without delay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E46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 Verification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3716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2743200" cy="34290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1417320"/>
            <a:ext cx="274320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627632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2128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Certificates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26974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Rising incidents of forged academic credentials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Fraudulent certificates bypass manual inspection easily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Significant damage to institutional reputation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54680" y="1417320"/>
            <a:ext cx="2743200" cy="34290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154680" y="1417320"/>
            <a:ext cx="27432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627632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46120" y="22128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 Challenges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291840" y="26974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Physical verification requires significant human effort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centralized database for cross-checking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Highly prone to human error and oversight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80760" y="1417320"/>
            <a:ext cx="2743200" cy="34290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080760" y="1417320"/>
            <a:ext cx="274320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627632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22128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Process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17920" y="26974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Traditional methods take days or weeks to verify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Organizations face bottlenecks during high-demand periods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real-time validation capability exists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 Verification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09728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85800"/>
            <a:ext cx="1554480" cy="1554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417320"/>
            <a:ext cx="841248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65760" y="1417320"/>
            <a:ext cx="54864" cy="6217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75488" y="15270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14721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Verification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" y="172821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instant, automated verification of academic and professional certificates via unique IDs and QR codes.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2121408"/>
            <a:ext cx="841248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65760" y="2121408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75488" y="223113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97280" y="2176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Certificate Fraud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97280" y="243230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the use of forged credentials through secure encrypted certificate storage and real-time validation.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2825496"/>
            <a:ext cx="841248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365760" y="2825496"/>
            <a:ext cx="54864" cy="6217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75488" y="29352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9728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Security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97280" y="3136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multi-layer security using admin authentication, database encryption, and access control.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529584"/>
            <a:ext cx="841248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365760" y="3529584"/>
            <a:ext cx="54864" cy="6217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75488" y="36393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097280" y="3584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Efficiency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097280" y="38404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time-consuming manual processes with an automated platform accessible 24/7 by employers and institutions.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65760" y="4233672"/>
            <a:ext cx="841248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365760" y="4233672"/>
            <a:ext cx="54864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475488" y="4343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097280" y="42885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Management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097280" y="45445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single dashboard for admins to upload, manage, search, and audit all certificate records.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E46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 Verification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18872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77640" cy="33832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Currently Works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292608" cy="29260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57784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0116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physically submitted by individual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496312"/>
            <a:ext cx="292608" cy="29260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57784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25146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officer manually checks the document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292608" cy="29260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57784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30175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with paper records or institution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02152"/>
            <a:ext cx="292608" cy="29260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57784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35204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or rejection after days/weeks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292608" cy="29260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57784" y="4014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40233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or tracking mechanism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1417320"/>
            <a:ext cx="4206240" cy="33832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54880" y="1554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Drawbacks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09160" y="1993392"/>
            <a:ext cx="3886200" cy="457200"/>
          </a:xfrm>
          <a:prstGeom prst="rect">
            <a:avLst/>
          </a:prstGeom>
          <a:solidFill>
            <a:srgbClr val="1E0A0A"/>
          </a:solidFill>
          <a:ln w="12700">
            <a:solidFill>
              <a:srgbClr val="3D151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00600" y="2011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Centralized System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22128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scattered across departments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523744"/>
            <a:ext cx="3886200" cy="457200"/>
          </a:xfrm>
          <a:prstGeom prst="rect">
            <a:avLst/>
          </a:prstGeom>
          <a:solidFill>
            <a:srgbClr val="1E0A0A"/>
          </a:solidFill>
          <a:ln w="12700">
            <a:solidFill>
              <a:srgbClr val="3D151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00600" y="2542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Prone to Forgery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2743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documents easily replicated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054096"/>
            <a:ext cx="3886200" cy="457200"/>
          </a:xfrm>
          <a:prstGeom prst="rect">
            <a:avLst/>
          </a:prstGeom>
          <a:solidFill>
            <a:srgbClr val="1E0A0A"/>
          </a:solidFill>
          <a:ln w="12700">
            <a:solidFill>
              <a:srgbClr val="3D151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00600" y="30723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Time Inefficiency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3273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or weeks for single verification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584448"/>
            <a:ext cx="3886200" cy="457200"/>
          </a:xfrm>
          <a:prstGeom prst="rect">
            <a:avLst/>
          </a:prstGeom>
          <a:solidFill>
            <a:srgbClr val="1E0A0A"/>
          </a:solidFill>
          <a:ln w="12700">
            <a:solidFill>
              <a:srgbClr val="3D151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00600" y="3602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Manual Errors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83480" y="38039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mistakes lead to false validations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4114800"/>
            <a:ext cx="3886200" cy="457200"/>
          </a:xfrm>
          <a:prstGeom prst="rect">
            <a:avLst/>
          </a:prstGeom>
          <a:solidFill>
            <a:srgbClr val="1E0A0A"/>
          </a:solidFill>
          <a:ln w="12700">
            <a:solidFill>
              <a:srgbClr val="3D151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00600" y="41330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Scalability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83480" y="43342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handle bulk or remote verifications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 Verification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18872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8892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78892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002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5636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Certificate Upload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2029968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upload verified certificates with student details, department info, and unique identifiers into a centralized database.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18688" y="1417320"/>
            <a:ext cx="278892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218688" y="1417320"/>
            <a:ext cx="27889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60020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13048" y="15636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Generation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28416" y="2029968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certificate receives a unique QR code linking to the verification record — scannable by any device instantly.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63056" y="1417320"/>
            <a:ext cx="278892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163056" y="1417320"/>
            <a:ext cx="278892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60020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57416" y="15636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Verification Portal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72784" y="2029968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and institutions can verify any certificate by entering the certificate ID or scanning the QR code.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274320" y="3154680"/>
            <a:ext cx="278892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274320" y="3154680"/>
            <a:ext cx="278892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33756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68680" y="33009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Database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384048" y="3767328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certificate records are stored in a MySQL database with secure access controls and full audit logging.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18688" y="3154680"/>
            <a:ext cx="278892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3218688" y="3154680"/>
            <a:ext cx="27889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3337560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13048" y="33009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328416" y="3767328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alerts notify students and admins upon certificate issuance, verification attempts, and status changes.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163056" y="3154680"/>
            <a:ext cx="278892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6163056" y="3154680"/>
            <a:ext cx="27889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337560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57416" y="33009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272784" y="3767328"/>
            <a:ext cx="25786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admin and user roles ensure only authorized personnel can manage or modify certificate records.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E46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 Verification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3716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331720" cy="141732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233172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62763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93192" y="221284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93192" y="251460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upload, manage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&amp; records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0" y="1463040"/>
            <a:ext cx="2331720" cy="141732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474720" y="1463040"/>
            <a:ext cx="23317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27632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221284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Student/User Module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47872" y="251460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scan QR code,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certificate status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629400" y="1463040"/>
            <a:ext cx="2331720" cy="141732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629400" y="1463040"/>
            <a:ext cx="23317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1627632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02552" y="221284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Module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702552" y="251460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certificate ID,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result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2670048" y="2167128"/>
            <a:ext cx="804672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5824728" y="2167128"/>
            <a:ext cx="804672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3246120" y="3063240"/>
            <a:ext cx="2651760" cy="171907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3246120" y="3063240"/>
            <a:ext cx="265176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3218688"/>
            <a:ext cx="640080" cy="6858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33756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3337560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Student Records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Data · Verification Logs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1481328" y="2880360"/>
            <a:ext cx="0" cy="164592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1481328" y="2880360"/>
            <a:ext cx="2267712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7790688" y="2880360"/>
            <a:ext cx="0" cy="164592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4572000" y="2880360"/>
            <a:ext cx="3218688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4572000" y="2880360"/>
            <a:ext cx="0" cy="18288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 Verification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28016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206240" cy="1627632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20624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54864" cy="16276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5453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947672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HTML5 – Structure &amp; layout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CSS3 – Responsive styling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JavaScript – Dynamic interactions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4206240" cy="1627632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420624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09160" y="1417320"/>
            <a:ext cx="54864" cy="16276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92040" y="15453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1947672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PHP – Server-side scripting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Session management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Form processing &amp; routing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200400"/>
            <a:ext cx="4206240" cy="1627632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4206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3200400"/>
            <a:ext cx="54864" cy="16276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33284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3730752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MySQL – Data storage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Relational schema design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Stored procedures &amp; queries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3200400"/>
            <a:ext cx="4206240" cy="1627632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09160" y="3200400"/>
            <a:ext cx="420624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09160" y="3200400"/>
            <a:ext cx="54864" cy="16276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92040" y="33284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92040" y="3730752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QR Code – Certificate linking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Email Verification – SMTP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MD5 / SHA Encryption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E46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 Verification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73152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8503920" cy="62179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4864" cy="6217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545336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472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Admin Login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172821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 for admin panel with session management and access control.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2112264"/>
            <a:ext cx="8503920" cy="62179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20040" y="2112264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2402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2167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Certificate Upload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960120" y="242316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uploads certificate details along with student data and document files.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0040" y="2807208"/>
            <a:ext cx="8503920" cy="62179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320040" y="2807208"/>
            <a:ext cx="54864" cy="6217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935224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Certificate Management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960120" y="3118104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view, delete, and audit all certificate records from a centralized dashboard.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20040" y="3502152"/>
            <a:ext cx="8503920" cy="62179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320040" y="3502152"/>
            <a:ext cx="54864" cy="6217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630168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3557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Verification Portal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960120" y="381304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portal for anyone to verify certificate authenticity by ID or QR code scan.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20040" y="4197096"/>
            <a:ext cx="8503920" cy="62179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320040" y="4197096"/>
            <a:ext cx="54864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4325112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6012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User Search &amp; Validation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960120" y="450799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search and instant validation result display with detailed certificate info.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 Verification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18872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87952" cy="1664208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87952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tbl_admin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3192" y="1856232"/>
            <a:ext cx="4041648" cy="219456"/>
          </a:xfrm>
          <a:prstGeom prst="rect">
            <a:avLst/>
          </a:prstGeom>
          <a:solidFill>
            <a:srgbClr val="243B55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4632" y="18836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admin_id (PK)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3192" y="2093976"/>
            <a:ext cx="4041648" cy="219456"/>
          </a:xfrm>
          <a:prstGeom prst="rect">
            <a:avLst/>
          </a:prstGeom>
          <a:solidFill>
            <a:srgbClr val="1B2E46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" y="21214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3192" y="2331720"/>
            <a:ext cx="4041648" cy="219456"/>
          </a:xfrm>
          <a:prstGeom prst="rect">
            <a:avLst/>
          </a:prstGeom>
          <a:solidFill>
            <a:srgbClr val="243B55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4632" y="23591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(hashed)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" y="2569464"/>
            <a:ext cx="4041648" cy="219456"/>
          </a:xfrm>
          <a:prstGeom prst="rect">
            <a:avLst/>
          </a:prstGeom>
          <a:solidFill>
            <a:srgbClr val="1B2E46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4632" y="25968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3192" y="2807208"/>
            <a:ext cx="4041648" cy="219456"/>
          </a:xfrm>
          <a:prstGeom prst="rect">
            <a:avLst/>
          </a:prstGeom>
          <a:solidFill>
            <a:srgbClr val="243B55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4632" y="28346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36592" y="1417320"/>
            <a:ext cx="4187952" cy="1664208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36592" y="1417320"/>
            <a:ext cx="4187952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28032" y="14630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tbl_students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9744" y="1856232"/>
            <a:ext cx="4041648" cy="219456"/>
          </a:xfrm>
          <a:prstGeom prst="rect">
            <a:avLst/>
          </a:prstGeom>
          <a:solidFill>
            <a:srgbClr val="243B55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01184" y="18836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(PK)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9744" y="2093976"/>
            <a:ext cx="4041648" cy="219456"/>
          </a:xfrm>
          <a:prstGeom prst="rect">
            <a:avLst/>
          </a:prstGeom>
          <a:solidFill>
            <a:srgbClr val="1B2E46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901184" y="21214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full_name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9744" y="2331720"/>
            <a:ext cx="4041648" cy="219456"/>
          </a:xfrm>
          <a:prstGeom prst="rect">
            <a:avLst/>
          </a:prstGeom>
          <a:solidFill>
            <a:srgbClr val="243B55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01184" y="23591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9744" y="2569464"/>
            <a:ext cx="4041648" cy="219456"/>
          </a:xfrm>
          <a:prstGeom prst="rect">
            <a:avLst/>
          </a:prstGeom>
          <a:solidFill>
            <a:srgbClr val="1B2E46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01184" y="25968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year_of_passing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9744" y="2807208"/>
            <a:ext cx="4041648" cy="219456"/>
          </a:xfrm>
          <a:prstGeom prst="rect">
            <a:avLst/>
          </a:prstGeom>
          <a:solidFill>
            <a:srgbClr val="243B55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01184" y="28346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3246120"/>
            <a:ext cx="4187952" cy="1664208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20040" y="3246120"/>
            <a:ext cx="4187952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11480" y="32918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tbl_certificates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93192" y="3685032"/>
            <a:ext cx="4041648" cy="219456"/>
          </a:xfrm>
          <a:prstGeom prst="rect">
            <a:avLst/>
          </a:prstGeom>
          <a:solidFill>
            <a:srgbClr val="243B55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4632" y="37124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cert_id (PK)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93192" y="3922776"/>
            <a:ext cx="4041648" cy="219456"/>
          </a:xfrm>
          <a:prstGeom prst="rect">
            <a:avLst/>
          </a:prstGeom>
          <a:solidFill>
            <a:srgbClr val="1B2E46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4632" y="39502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(FK)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93192" y="4160520"/>
            <a:ext cx="4041648" cy="219456"/>
          </a:xfrm>
          <a:prstGeom prst="rect">
            <a:avLst/>
          </a:prstGeom>
          <a:solidFill>
            <a:srgbClr val="243B55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84632" y="4187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cert_number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93192" y="4398264"/>
            <a:ext cx="4041648" cy="219456"/>
          </a:xfrm>
          <a:prstGeom prst="rect">
            <a:avLst/>
          </a:prstGeom>
          <a:solidFill>
            <a:srgbClr val="1B2E46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4632" y="44256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issue_date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93192" y="4636008"/>
            <a:ext cx="4041648" cy="219456"/>
          </a:xfrm>
          <a:prstGeom prst="rect">
            <a:avLst/>
          </a:prstGeom>
          <a:solidFill>
            <a:srgbClr val="243B55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84632" y="46634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qr_code_path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36592" y="3246120"/>
            <a:ext cx="4187952" cy="1664208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736592" y="3246120"/>
            <a:ext cx="4187952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828032" y="32918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tbl_verification_logs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809744" y="3685032"/>
            <a:ext cx="4041648" cy="219456"/>
          </a:xfrm>
          <a:prstGeom prst="rect">
            <a:avLst/>
          </a:prstGeom>
          <a:solidFill>
            <a:srgbClr val="243B55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901184" y="37124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log_id (PK)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809744" y="3922776"/>
            <a:ext cx="4041648" cy="219456"/>
          </a:xfrm>
          <a:prstGeom prst="rect">
            <a:avLst/>
          </a:prstGeom>
          <a:solidFill>
            <a:srgbClr val="1B2E46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901184" y="39502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cert_id (FK)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809744" y="4160520"/>
            <a:ext cx="4041648" cy="219456"/>
          </a:xfrm>
          <a:prstGeom prst="rect">
            <a:avLst/>
          </a:prstGeom>
          <a:solidFill>
            <a:srgbClr val="243B55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901184" y="4187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verified_by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809744" y="4398264"/>
            <a:ext cx="4041648" cy="219456"/>
          </a:xfrm>
          <a:prstGeom prst="rect">
            <a:avLst/>
          </a:prstGeom>
          <a:solidFill>
            <a:srgbClr val="1B2E46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901184" y="44256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809744" y="4636008"/>
            <a:ext cx="4041648" cy="219456"/>
          </a:xfrm>
          <a:prstGeom prst="rect">
            <a:avLst/>
          </a:prstGeom>
          <a:solidFill>
            <a:srgbClr val="243B55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901184" y="46634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E46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 Verification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2296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057400" cy="33832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0574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87552" y="1600200"/>
            <a:ext cx="640080" cy="64008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87552" y="160934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359152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299923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Uploads Certificate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3547872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logs in and uploads certificate with student info to the system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331720" y="2240280"/>
            <a:ext cx="137160" cy="0"/>
          </a:xfrm>
          <a:prstGeom prst="line">
            <a:avLst/>
          </a:prstGeom>
          <a:noFill/>
          <a:ln w="317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468880" y="1463040"/>
            <a:ext cx="2057400" cy="33832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2468880" y="1463040"/>
            <a:ext cx="20574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182112" y="160020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182112" y="160934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2359152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60320" y="299923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Generated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560320" y="3547872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auto-generates unique QR code and certificate ID for the record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526280" y="2240280"/>
            <a:ext cx="137160" cy="0"/>
          </a:xfrm>
          <a:prstGeom prst="line">
            <a:avLst/>
          </a:prstGeom>
          <a:noFill/>
          <a:ln w="317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4663440" y="1463040"/>
            <a:ext cx="2057400" cy="33832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4663440" y="1463040"/>
            <a:ext cx="20574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5376672" y="1600200"/>
            <a:ext cx="640080" cy="640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5376672" y="160934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2392" y="2359152"/>
            <a:ext cx="548640" cy="5486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754880" y="299923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Queries Certificate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754880" y="3547872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certificate ID or scans QR code on verification portal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720840" y="2240280"/>
            <a:ext cx="137160" cy="0"/>
          </a:xfrm>
          <a:prstGeom prst="line">
            <a:avLst/>
          </a:prstGeom>
          <a:noFill/>
          <a:ln w="317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5"/>
          <p:cNvSpPr/>
          <p:nvPr/>
        </p:nvSpPr>
        <p:spPr>
          <a:xfrm>
            <a:off x="6858000" y="1463040"/>
            <a:ext cx="2057400" cy="33832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6858000" y="1463040"/>
            <a:ext cx="205740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7"/>
          <p:cNvSpPr/>
          <p:nvPr/>
        </p:nvSpPr>
        <p:spPr>
          <a:xfrm>
            <a:off x="7571232" y="1600200"/>
            <a:ext cx="640080" cy="6400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8"/>
          <p:cNvSpPr/>
          <p:nvPr/>
        </p:nvSpPr>
        <p:spPr>
          <a:xfrm>
            <a:off x="7571232" y="160934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6952" y="2359152"/>
            <a:ext cx="548640" cy="54864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49440" y="299923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Validates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949440" y="3547872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queries database and returns verified or invalid status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 Verification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9144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88920" cy="1572768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78892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002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56362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Verification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207568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 compared to days-long manual checking processes.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18688" y="1417320"/>
            <a:ext cx="2788920" cy="1572768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218688" y="1417320"/>
            <a:ext cx="278892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6002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58768" y="156362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Reliable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28416" y="207568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database with access controls prevents unauthorized changes.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63056" y="1417320"/>
            <a:ext cx="2788920" cy="1572768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163056" y="1417320"/>
            <a:ext cx="27889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6002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03136" y="156362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Forgery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72784" y="207568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QR codes and IDs are nearly impossible to replicate falsely.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74320" y="3154680"/>
            <a:ext cx="2788920" cy="1572768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274320" y="3154680"/>
            <a:ext cx="27889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33756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4400" y="330098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Record Management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384048" y="381304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dashboard for full CRUD operations on all certificates.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218688" y="3154680"/>
            <a:ext cx="2788920" cy="1572768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3218688" y="3154680"/>
            <a:ext cx="278892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3337560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58768" y="330098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Anywhere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3328416" y="381304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portal accessible from any device — desktop or mobile.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163056" y="3154680"/>
            <a:ext cx="2788920" cy="1572768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6163056" y="3154680"/>
            <a:ext cx="27889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337560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03136" y="330098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272784" y="381304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verification attempt is logged with timestamp and outcome.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E46"/>
          </a:solidFill>
          <a:ln w="12700">
            <a:solidFill>
              <a:srgbClr val="1B2E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 Verification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46304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816352" cy="34290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816352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27632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30428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Integration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2743200"/>
            <a:ext cx="251460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Immutable certificate storage on a decentralized blockchain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Eliminates any possibility of data tampering or deletion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Uses smart contracts for auto-issuance and validation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Industry-ready for cross-institution verification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18688" y="1417320"/>
            <a:ext cx="2816352" cy="34290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218688" y="1417320"/>
            <a:ext cx="2816352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627632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0128" y="230428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Fraud Detection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55848" y="2743200"/>
            <a:ext cx="251460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Machine learning model trained on certificate patterns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Automatically flags suspicious or anomalous records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Continuous learning from new fraud attempts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Reduces manual review workload significantly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63056" y="1417320"/>
            <a:ext cx="2816352" cy="34290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163056" y="1417320"/>
            <a:ext cx="2816352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36" y="1627632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54496" y="230428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00216" y="2743200"/>
            <a:ext cx="251460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Dedicated Android &amp; iOS app for instant QR scanning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Push notifications for issuance and verification events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Offline certificate viewing with sync capabilities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Biometric admin login for enhanced security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 Verification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9144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850392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Certificate Verification System provides a robust, automated, and secure solution to eliminate fraudulent credentials. By combining PHP-MySQL backend, QR code technology, and email verification, the system delivers instant, reliable certificate validation while reducing institutional overhead significantly.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788920"/>
            <a:ext cx="2798064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2788920"/>
            <a:ext cx="2798064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88036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Educational Institutions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310128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Eliminate fake degree fraud permanently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Centralized and auditable certificate registry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 administrative workload by up to 80%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4408" y="2788920"/>
            <a:ext cx="2798064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64408" y="2788920"/>
            <a:ext cx="2798064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355848" y="288036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Employers &amp; Organizations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55848" y="3310128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 background verification in seconds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Confident hiring decisions backed by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dependency on physical document checks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08776" y="2788920"/>
            <a:ext cx="2798064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208776" y="2788920"/>
            <a:ext cx="2798064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00216" y="288036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0216" y="3310128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Digital credentials always accessible online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Share verifiable proof of achievement globally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Secure personal record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749040" y="411480"/>
            <a:ext cx="164592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200400" y="3396996"/>
            <a:ext cx="2743200" cy="36576"/>
          </a:xfrm>
          <a:prstGeom prst="rect">
            <a:avLst/>
          </a:prstGeom>
          <a:solidFill>
            <a:srgbClr val="A8C0E0"/>
          </a:solidFill>
          <a:ln w="12700">
            <a:solidFill>
              <a:srgbClr val="A8C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 Verification System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KARTHICK S  |  Dept. AI &amp; DS  |  VSB ENGINEERING COLLEGE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1203</Words>
  <Application>Microsoft Office PowerPoint</Application>
  <PresentationFormat>On-screen Show (16:9)</PresentationFormat>
  <Paragraphs>238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Certificate Verification System</dc:title>
  <dc:subject>PptxGenJS Presentation</dc:subject>
  <dc:creator>PptxGenJS</dc:creator>
  <cp:lastModifiedBy>KARTHICK S</cp:lastModifiedBy>
  <cp:revision>1</cp:revision>
  <dcterms:created xsi:type="dcterms:W3CDTF">2026-06-08T06:54:55Z</dcterms:created>
  <dcterms:modified xsi:type="dcterms:W3CDTF">2026-06-12T12:25:26Z</dcterms:modified>
</cp:coreProperties>
</file>